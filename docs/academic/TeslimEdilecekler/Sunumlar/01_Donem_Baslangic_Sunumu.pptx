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01 — Dönem Başlangıç Sunumu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BM498 | 2025-2026 Güz Dönemi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Proje Adı :   AURIS — Yapay Zekâ Üretimli Müzik Tespitinde Topluluk Öğrenmesi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Öğrenci   :   Hasan Arthur Altuntaş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Danışman  :   ___________________________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Problem   :   Suno, Udio, MusicGen gibi sistemlerin ürettiği müziği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             insan kayıtlarından otomatik olarak ayırt etmek.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Hedef     :   %90+ ROC-AUC, 47 boyutlu öznitelik, açıklanabilir model.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Kapsam    :   5.195 ses örneği, çoklu kaynak, 11 sınıflandırma modeli.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Problem Tanımı ve Motivasyon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Suno, Udio, MusicGen saniyeler içinde insan kaydından ayırt edilemez müzik üretiyor.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Telif hakkı ihlalleri, sahte hit manipülasyonu, dezenformasyon riski artıyor.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▸  Mevcut dedektörler konuşma odaklı — müzik için yetersiz kalıyor.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Tespit açığı: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• Müzik-spesifik heterojen öznitelik setleri yetersiz.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• Topluluk (ensemble) yaklaşımı müzik tespitine yeterince uygulanmamış.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  • Açıklanabilir (SHAP tabanlı) sistem literatürde eksik.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</a:rPr>
              <a:t>AURIS bu üç boşluğu doldurmayı hedeflemektedir.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Planlanan Yöntem ve Zaman Planı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Veri: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5.195 örnek — çoklu insan + YZ kaynağı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Öznitelik: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47 boyutlu akustik vektör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(spektral, zamansal, ritmik, harmonik, vokal)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Model: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11 model topluluğu (7 ML + 4 DL)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LightGBM lider model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Değerlendirme: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5-katlı çapraz doğrulama, SHAP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554480"/>
            <a:ext cx="55778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1-2 :  Veri toplama ve ön işleme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3-4 :  Öznitelik mühendisliği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5-6 :  Model eğitimi ve CV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7-8 :  Değerlendirme ve SHAP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Hafta 9-10:  Yazım ve sunum hazırlığı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Risk analizi: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Sınıf dengesizliği → class_weight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DL eğitim süresi → erken durdurma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Genelleme → ileri çalışma kapsamı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Beklenen Çıktılar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0992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1.  Tespit Sistemi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70992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Uçtan uca LightGBM tabanlı, 47 öznitelikli sınıflandırıcı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788920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986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2.  Açıklanabilirlik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89864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SHAP/TreeSHAP ile her kararın yorumlanabilmesi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77639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8736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3.  Akademik Yayın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408736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GUJSA'ya gönderilmek üzere hazırlanan makale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66360"/>
            <a:ext cx="1143000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2760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D2B55"/>
                </a:solidFill>
              </a:rPr>
              <a:t>4.  Açık Kaynak Kod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276088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Backend + model — teslim paketiyle birlikte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01: Dönem Başlangıç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Dönem Başlangıç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