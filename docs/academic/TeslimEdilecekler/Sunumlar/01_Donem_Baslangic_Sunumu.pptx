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01 — Dönem Başlangıç Sunumu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8D8"/>
                </a:solidFill>
              </a:rPr>
              <a:t>BM498 | 2025-2026 Güz Dönemi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Proje Adı :   AURIS — Yapay Zekâ Üretimli Müzik Tespitinde Topluluk Öğrenmesi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Öğrenci   :   Hasan Arthur Altuntaş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Danışman  :   ___________________________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Problem   :   Suno, Udio, MusicGen gibi sistemlerin ürettiği müziği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               insan yapımı müzikten otomatik olarak ayırt etmek.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Hedef     :   %90+ ROC-AUC, 47 boyutlu öznitelik, açıklanabilir model.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Kapsam    :   5.195 ses örneği, 8 YZ kaynağı, 11 sınıflandırma modeli.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510528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Problem Tanımı ve Motivasyon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▸  Suno, Udio, MusicGen saniyeler içinde insan sesinden ayırt edilemez müzik üretiyor.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▸  Telif hakkı ihlalleri, sahte hit manipülasyonu, dezenformasyon riski artıyor.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▸  Mevcut dedektörler konuşma odaklı — müzik için yetersiz.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Tespit açığı: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  • Müzik-spesifik öznitelik setleri yok.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  • Topluluk (ensemble) yaklaşımı müziğe uygulanmamış.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  • Açıklanabilir (SHAP) sistem yok.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AURIS bu üç boşluğu doldurmayı hedeflemektedir.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510528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Planlanan Yöntem ve Zaman Planı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Veri: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5.195 örnek — 8 YZ kaynağı + insan kaydı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Öznitelik: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47 boyutlu akustik vektör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(spektral, ritmik, tonal, enerji, yapısal)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Model: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11 model topluluğu (ML + DL)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LightGBM lider model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Değerlendirme: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5-katlı CV, SHAP açıklanabilirlik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55448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Hafta 1-2 :  Veri toplama ve ön işleme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Hafta 3-4 :  Öznitelik mühendisliği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Hafta 5-6 :  Model eğitimi ve CV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Hafta 7-8 :  Değerlendirme ve SHAP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Hafta 9-10:  Yazım ve sunum hazırlığı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Risk analizi: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Sınıf dengesizliği → class_weight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DL eğitim süresi → erken durdurma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Gerçek zamanlı kapsam → ileri çalışma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510528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Beklenen Çıktılar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00200"/>
            <a:ext cx="114300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099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B55"/>
                </a:solidFill>
              </a:rPr>
              <a:t>1.  Tespit Sistemi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709928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Uçtan uca LightGBM tabanlı, 47 öznitelikli sınıflandırıcı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788920"/>
            <a:ext cx="114300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8986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B55"/>
                </a:solidFill>
              </a:rPr>
              <a:t>2.  Açıklanabilirlik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898648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SHAP ile her kararın yorumlanabilmesi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977639"/>
            <a:ext cx="114300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0873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B55"/>
                </a:solidFill>
              </a:rPr>
              <a:t>3.  Akademik Yayın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087368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GUJSA'ya gönderilmek üzere hazırlanan makale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166360"/>
            <a:ext cx="114300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2760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B55"/>
                </a:solidFill>
              </a:rPr>
              <a:t>4.  Açık Kaynak Kod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5276088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GitHub üzerinden paylaşım — teslim paketiyle birlikte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510528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BM498 — 01: Dönem Başlangıç Sunumu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005840"/>
            <a:ext cx="758952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0" y="1115568"/>
            <a:ext cx="740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D2B55"/>
                </a:solidFill>
              </a:rPr>
              <a:t>ÖĞRENCİ İMZA SAYFASI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1691640"/>
            <a:ext cx="7406640" cy="0"/>
          </a:xfrm>
          <a:prstGeom prst="rect">
            <a:avLst/>
          </a:prstGeom>
          <a:ln w="190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187451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Öğrenci Adı Soyadı: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874519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Hasan Arthur Altuntaş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9240" y="2212848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24231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Öğrenci Numarası: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4231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5349240" y="2761488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29718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Bölüm: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9718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Bilgisayar Mühendisliği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49240" y="3310128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352043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Danışman: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520439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3858768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406907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Sunum Tarihi: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4069079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349240" y="4407407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68880" y="46177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Sunum Adı: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6177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Dönem Başlangıç Sunumu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49240" y="4956048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0" y="53949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2B55"/>
                </a:solidFill>
              </a:rPr>
              <a:t>İmza: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5742432"/>
            <a:ext cx="6080760" cy="0"/>
          </a:xfrm>
          <a:prstGeom prst="rect">
            <a:avLst/>
          </a:prstGeom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46120" y="5797296"/>
            <a:ext cx="6080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</a:rPr>
              <a:t>(Öğrenci bu alanı imzalayarak sunumun kendisine ait olduğunu onaylar.)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