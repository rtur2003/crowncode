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03 — Tasarım ve Geliştirme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Sistem mimarisi</a:t>
            </a:r>
          </a:p>
        </p:txBody>
      </p:sp>
      <p:pic>
        <p:nvPicPr>
          <p:cNvPr id="5" name="Picture 4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1: AURIS uçtan uca işleyiş şeması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Çıkarma — 47 Boyutlu Vektör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7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Spektral (16)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7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MFCC×13, centroid, bandwidth,
rolloff, flatness std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39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Ritmik (10)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39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Tempo, beat strength,
onset density, regularity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Tonal (9)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Chroma×9, key confidence,
HNR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Enerji (8)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RMS, ZCR,
dynamic range, crest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39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Yapısal (4)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39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Segment sınırı yoğunluğu,
tekrar oranı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3977639"/>
            <a:ext cx="388620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404164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A800"/>
                </a:solidFill>
              </a:rPr>
              <a:t>Toplam: 47 boyut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4622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16+10+9+8+4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Dağılımları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YZ vs İnsan — ilk 8 öznitelik</a:t>
            </a:r>
          </a:p>
        </p:txBody>
      </p:sp>
      <p:pic>
        <p:nvPicPr>
          <p:cNvPr id="5" name="Picture 4" descr="feature_distribution_ai_vs_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362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2: YZ ve insan müziğinin öznitelik dağılımları karşılaştırması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Sınıflandırma Modelleri — 11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55448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Makine Öğrenmesi (7):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LightGBM — is_unbalance=True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XGBoost — scale_pos_weight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Random Forest — class_weight=balanced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Extra Trees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AdaBoost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Logistic Regression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SVM (RBF kernel)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Topluluk: soft voting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LightGBM ağırlığı 2x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55448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Derin Öğrenme (4):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MLP (3 katman, ReLU, dropout=0,3)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1D-CNN (temporal convolution)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LSTM (128 birim, dropout=0,3)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Transformer (2 head, dim=64)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Sınıf dengesi: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%59,9 YZ — %40,1 insan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class_weight='balanced'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Yöntem: ağırlık tabanlı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03: Tasarım ve Geliştirme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Tasarım ve Geliştirme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