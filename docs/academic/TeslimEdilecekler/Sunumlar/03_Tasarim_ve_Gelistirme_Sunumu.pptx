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03 — TASARIM VE GELİŞTİRME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Sistem Mimarisi ve Yöntem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Ham sesten karara: yedi aşamalı uçtan uca işlem zinciri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1155680" cy="3108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Veri katmanı: 5.195 ses örneği sekiz farklı insan ve YZ kaynağından derlendi.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Öznitelik katmanı: librosa ile 22.050 Hz'de 47 boyutlu vektör çıkarıldı.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Model katmanı: 7 ML + 4 DL modeli 5-katlı çapraz doğrulamada karşılaştırıldı.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Karar katmanı: LightGBM olasılığına Youden-optimal eşik (θ*=0,4316) uygulandı.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Açıklama katmanı: TreeSHAP her kararın akustik gerekçesini üretir.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MIMARI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Uçtan Uca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173416"/>
            <a:ext cx="7863840" cy="1596766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19136"/>
            <a:ext cx="7772400" cy="15053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3779327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1: Yedi aşamalı işlem zinciri (ham ses → karar)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11430000" cy="15544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526280"/>
            <a:ext cx="91440" cy="15544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4645152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Aşamalar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5074920"/>
            <a:ext cx="11045952" cy="8961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1 · Ham ses (WAV/MP3)      2 · Ön işleme (22.050 Hz, mono)      3 · 47 öznitelik çıkarma      4 · StandardScaler (kat-içi)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5 · 11 model / 5-katlı CV      6 · Youden eşik (θ*=0,4316)      7 · Karar (YZ / İnsan) + SHAP açıklaması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 Kompozisyonu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5.195 örnek · 8 kaynak · iki sınıf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40233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8404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27632"/>
            <a:ext cx="2377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627632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11680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011680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201168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01168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04872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404872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240487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240487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98064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798064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279806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279806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191256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 kaynağı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16552" y="319125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319125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584448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584448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16552" y="3584448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6656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93992" y="3584448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977640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977640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16552" y="397764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6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93992" y="397764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370832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370832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16552" y="437083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93992" y="437083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64024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764024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 / Mustango / JEN-1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16552" y="476402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93992" y="476402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5157216"/>
            <a:ext cx="402336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157216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16552" y="515721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93992" y="515721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3502152" cy="214884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321040" y="1627632"/>
            <a:ext cx="91440" cy="21488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0496" y="2176272"/>
            <a:ext cx="3118104" cy="14904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 (0):  3.113  ·  %59,9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 (1):  2.082  ·  %40,1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Giderme: class_weight='balanced', is_unbalance=True, stratifiye CV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040" y="3931920"/>
            <a:ext cx="3502152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321040" y="3931920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40496" y="4050791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Sızıntısı Önlemi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0496" y="4480559"/>
            <a:ext cx="3118104" cy="144475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duration_sec ve sample_rate öznitelik kümesinden çıkarıldı.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StandardScaler her katta yalnız eğitim verisine fit edildi — doğrulama verisi sızmaz.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ÖZNITELIK MÜHENDISLIĞI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47 Boyutlu Heterojen Akustik Vektör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Beş işlevsel aile — tek temsile aşırı uyumu sınırlamak için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62763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170992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70992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7627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MFCC, mel-spektrogram, centroid, bandwidth, rolloff, flatness +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29184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Frekans içeriği / tını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62763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62763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162763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70992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70992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17627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 enerjisi, sıfır geçiş hızı, dinamik aralık türevleri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9976" y="329184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Enerji / zaman yapısı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62763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62763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162763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35640" y="170992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35640" y="170992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217627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Tempo, beat sayısı, onset gücü istatistikleri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329184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Ritim / vuruş düzeni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86791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86791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386791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95020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3240" y="395020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441655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Chroma vektörü, tonnetz, harmonik–algısal ayrıştırma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553212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Perde / akor yapısı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386791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51960" y="386791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386791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395020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395020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9976" y="441655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Temel frekans, vibrato, formant tutarlılığı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553212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Şarkı sesi davranışı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09560" y="3867912"/>
            <a:ext cx="3913632" cy="2084831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4005072"/>
            <a:ext cx="39136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Toplam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370832"/>
            <a:ext cx="391363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47 boyut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9560" y="5166360"/>
            <a:ext cx="39136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 i="0">
                <a:solidFill>
                  <a:srgbClr val="ADC4D6"/>
                </a:solidFill>
                <a:latin typeface="Calibri"/>
              </a:rPr>
              <a:t>16 + 10 + 9 + 8 + 4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ÖZNITELIK ANALIZI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YZ ve İnsan Müziğinin Dağılım Farkları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06499"/>
            <a:ext cx="7406640" cy="4048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ure_distribution_ai_vs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52219"/>
            <a:ext cx="7315200" cy="3957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764148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2: İlk sekiz özniteliğin sınıf bazlı dağılımları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1627632"/>
            <a:ext cx="391363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1746504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9016" y="2176272"/>
            <a:ext cx="352958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YZ üretimi parçalar belirli özniteliklerde insan kayıtlarından sistematik biçimde ayrışıyor.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Özellikle spectral_flatness değerleri YZ müziğinde daha düzenli ve yüksek — üretim sistemleri algısal kaliteyi optimize ederken daha 'düz' bir spektrum bırakıyor.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görsel ayrım, SHAP analiziyle doğrulanan en güçlü ayırt edici özelliğin temelidir.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MODELLEME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On Bir Sınıflandırma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Ortak 5-katlı çapraz doğrulama protokolü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08760"/>
            <a:ext cx="56692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Makine Öğrenmesi (7) — scikit-learn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38528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38528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LightGBM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938528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n_estimators=300, num_leaves=31, lr=0,05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505456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XGBoost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505456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n_estimators=240, max_depth=5, lr=0,06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72384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072384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Gradyan Artırma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072384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n_estimators=180, max_depth=4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39312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39312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Rastgele Orman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639312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n_estimators=500, max_features=log2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06240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206240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SVM-RBF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206240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C=10, gamma=0,05, balanced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773168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773168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ÇKA Sinir Ağı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4773168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192-96-32, alpha=0,001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40096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5340096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Lojistik Regresyon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5340096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C=2,0, max_iter=2500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1508760"/>
            <a:ext cx="562356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Derin Öğrenme (4) — PyTorch / Adam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1938528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938528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Derin ÇKA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1938528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512-256-128-64, BatchNorm, dropout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05456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505456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Artık ÇKA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505456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3 artık blok, 256-256 boyut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072384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072384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Dikkat ÇKA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3072384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Öz-dikkat mekanizması, 4 baş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3639312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3639312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1B-ESA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3639312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Conv1D + max-pooling katmanları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343400"/>
            <a:ext cx="5623560" cy="173736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343400"/>
            <a:ext cx="91440" cy="17373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44622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Ortak Eğitim Protokolü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9088" y="4892040"/>
            <a:ext cx="5239512" cy="10789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Stratifiye 5-katlı çapraz doğrulama (sınıf oranı korunur)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StandardScaler her katta yalnız eğitim verisine fit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Veri sızıntısı önlemi: duration_sec &amp; sample_rate dışlandı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Dengesizlik: class_weight + is_unbalance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03: Tasarım ve Geliştirme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Tasarım ve Geliştirme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