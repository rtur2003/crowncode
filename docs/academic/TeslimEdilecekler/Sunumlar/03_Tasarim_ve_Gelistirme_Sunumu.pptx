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03 — Tasarım ve Geliştirme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Sistem mimarisi</a:t>
            </a:r>
          </a:p>
        </p:txBody>
      </p:sp>
      <p:pic>
        <p:nvPicPr>
          <p:cNvPr id="5" name="Picture 4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1: AURIS uçtan uca işleyiş şeması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Çıkarma — 47 Boyutlu Vektör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5 işlevsel aile (librosa tabanlı)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Spektral (16)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7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MFCC, mel-spektrogram, centroid,
bandwidth, rolloff, flatness + delta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5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39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Zamansal (10)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39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RMS enerjisi, sıfır geçiş hızı,
dinamik aralık türevleri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60020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6916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Ritmik (9)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19456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Tempo, beat sayısı,
onset gücü istatistikleri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Harmonik (8)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Chroma vektörü, harmonik-
algısal ayrıştırma bileşenleri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3931920"/>
            <a:ext cx="365760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399" y="4023359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2B55"/>
                </a:solidFill>
              </a:rPr>
              <a:t>Vokal (4)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399" y="4526280"/>
            <a:ext cx="3474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Temel frekans istatistikleri,
vibrato, formant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9560" y="3977639"/>
            <a:ext cx="3886200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4041648"/>
            <a:ext cx="37033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E0A800"/>
                </a:solidFill>
              </a:rPr>
              <a:t>Toplam: 47 boyut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4462272"/>
            <a:ext cx="3703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16 + 10 + 9 + 8 + 4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Öznitelik Dağılımları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YZ vs İnsan — ilk 8 öznitelik</a:t>
            </a:r>
          </a:p>
        </p:txBody>
      </p:sp>
      <p:pic>
        <p:nvPicPr>
          <p:cNvPr id="5" name="Picture 4" descr="feature_distribution_ai_vs_hu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362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2: YZ ve insan müziğinin öznitelik dağılımları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Sınıflandırma Modelleri — 11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55448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Makine Öğrenmesi (7):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LightGBM — is_unbalance=True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XGBoost — n_estimators=400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Gradyan Artırma — max_depth=4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Rastgele Orman — n_estimators=500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SVM-RBF — C=10, gamma=0,05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ÇKA Sinir Ağı — 128-64, relu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Lojistik Regresyon — balanced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554480"/>
            <a:ext cx="5852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Derin Öğrenme (4):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Derin ÇKA — 512-256-128-64, BatchNorm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Artık ÇKA — 3 blok, 256-256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Dikkat ÇKA — öz-dikkat, 4 baş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• 1B-ESA — Conv1D + max-pool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Sınıf dengesi: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%59,9 insan — %40,1 YZ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class_weight='balanced'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is_unbalance=True (ağaç modelleri)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03: Tasarım ve Geliştirme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Tasarım ve Geliştirme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