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02 — LİTERATÜR TARAMASI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İlgili Çalışmalar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39 kaynak · üç araştırma alanı · sistematik boşluk analizi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3566160" cy="10515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27578"/>
            <a:ext cx="3566160" cy="5257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D99A07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2842"/>
            <a:ext cx="3566160" cy="35753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Taranan kaynak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80360"/>
            <a:ext cx="3566160" cy="10515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027578"/>
            <a:ext cx="3566160" cy="5257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6FD895"/>
                </a:solidFill>
                <a:latin typeface="Calibri"/>
              </a:rPr>
              <a:t>%74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542842"/>
            <a:ext cx="3566160" cy="35753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Son 5 yıl (2021+)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880360"/>
            <a:ext cx="3657600" cy="10515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3027578"/>
            <a:ext cx="3657600" cy="5257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542842"/>
            <a:ext cx="3657600" cy="35753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Araştırma alanı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1155680" cy="18288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—  GUJSA, referansların en az %30'unun güncel olmasını şart koşar — AURIS %74 ile bu eşiği fazlasıyla aşar.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—  Tarama üç eksende yürütüldü: ses deepfake tespiti, üretken müzik sistemleri, YZ müzik tespiti.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—  Temel bulgu: müzik için topluluk öğrenmesi + SHAP açıklanabilirliğini birleştiren çalışma eksik.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ALAN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Ses Derin Sahte Tespiti (Audio Deepfake Detection)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GenAI müzik tespiti için en olgun komşu alan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2860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1031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627632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Yazarlar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627632"/>
            <a:ext cx="8229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27632"/>
            <a:ext cx="8229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Yıl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627632"/>
            <a:ext cx="651967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627632"/>
            <a:ext cx="633679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 ve Katkı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01168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01168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AASIST [10]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01168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9191" y="201168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Jung vd.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011680"/>
            <a:ext cx="822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7992" y="201168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0" y="2011680"/>
            <a:ext cx="6519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01168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Bütünleşik spektro-temporal graf dikkat ağı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60320"/>
            <a:ext cx="22860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6032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RawNet2 [11]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2560320"/>
            <a:ext cx="18288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191" y="256032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Tak vd.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560320"/>
            <a:ext cx="8229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7992" y="256032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651967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256032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Ham dalga formundan uçtan uca öğrenme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0896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10896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 2.0 [13]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310896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79191" y="310896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Baevski vd.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3108960"/>
            <a:ext cx="822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7992" y="310896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3108960"/>
            <a:ext cx="6519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0" y="310896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Öz-denetimli ses temsili; güçlü transfer tabanı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0"/>
            <a:ext cx="22860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65760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WavLM [15]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3657600"/>
            <a:ext cx="18288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9191" y="365760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Chen vd.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657600"/>
            <a:ext cx="8229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7992" y="365760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0" y="3657600"/>
            <a:ext cx="651967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0" y="365760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Maskelenmiş öngörü ile büyük ölçekli ön eğitim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20624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20624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ADD 2022 [3]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420624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79191" y="420624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Yi vd.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4206240"/>
            <a:ext cx="822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07992" y="420624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0" y="4206240"/>
            <a:ext cx="6519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60" y="420624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İlk YZ ses sentezi tespit yarışması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54879"/>
            <a:ext cx="22860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754879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ASVspoof 2019 [17]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51760" y="4754879"/>
            <a:ext cx="18288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79191" y="4754879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Wang vd.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4754879"/>
            <a:ext cx="8229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07992" y="4754879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4754879"/>
            <a:ext cx="651967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94960" y="4754879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64k örnekli kıyaslama veri kümesi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1">
                <a:solidFill>
                  <a:srgbClr val="6A7480"/>
                </a:solidFill>
                <a:latin typeface="Calibri"/>
              </a:rPr>
              <a:t>Çıkarım: Bu yöntemler konuşma için olgun; müziğin ritmik ve harmonik yapısını hedeflemiyor.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ALAN 2 &amp;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Üretken Müzik Sistemleri ve YZ Müzik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5577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Calibri"/>
              </a:rPr>
              <a:t>Üretici Sistemler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29968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MusicGen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9152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Copet vd., 2023 (Meta) — metne koşullu, tek aşamalı transformer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08376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AudioLDM2 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Liu vd., 2023 — latent difüzyon tabanlı üretim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95344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86783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Suno / 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15968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Ticari sistemler, 2024 — yüksek kaliteli şarkı üretimi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873752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965192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Stable Audio / Riffusion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94376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Difüzyon tabanlı açık sistemler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508760"/>
            <a:ext cx="5486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Calibri"/>
              </a:rPr>
              <a:t>Doğrudan İlgili Tespit Çalışmaları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93852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00253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Afchar vd. [5]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Oto-kodlayıcı artefaktı; aynı üreticide %99,8, farklı üreticide ciddi düşüş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71576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7977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Cros Vila vd. [33]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6324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Spektral + ritmik öznitelik + SVM; müzik-spesifik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49300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55701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Li vd. [22]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4048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Açıklanabilir öznitelik tabanlı erken değerlendirme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27024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33425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SONICS [34] · 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61772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Transformer DL; 97k şarkılık büyük veri kümesi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04748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11149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FakeMusicCaps [35] ·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394959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Metin→müzik tespiti ve atıf veri kümesi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SENTEZ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Literatür Boşluğu ve AURIS'in Konumu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B32929"/>
                </a:solidFill>
                <a:latin typeface="Calibri"/>
              </a:rPr>
              <a:t>Tespit Edilen Boşluklar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01168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1168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Müzik için topluluk yaklaşımı yetersiz uygulanmış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4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83464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3464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aileli (47 boyut) heterojen öznitelik seti yok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5760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65760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65760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Üretici/kaynak bazlı performans analizi eksik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8056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48056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8056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SHAP/TreeSHAP açıklanabilirliği taşınmamış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0352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530352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0352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Youden J karar eşiği optimizasyonu uygulanmamış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1554480"/>
            <a:ext cx="5623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1B6E3C"/>
                </a:solidFill>
                <a:latin typeface="Calibri"/>
              </a:rPr>
              <a:t>AURIS'in Çözümü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01168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01168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201168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7 ML + 4 DL = 11 modelli topluluk öğrenmesi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283464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83464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283464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· zamansal · ritmik · harmonik · vokal (47 boyut)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365760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65760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365760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Sekiz kaynak için ayrı duyarlılık analizi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448056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48056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448056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TreeSHAP ile global ve yerel öznitelik etkisi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530352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530352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530352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θ* = 0,4316 ile dengeli karar eşiği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02: Literatür Taraması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Literatür Taraması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